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F1FFB8-E987-48C0-BF71-D4F0CD1287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3353CE-3659-4798-BA53-679BAEF2D2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7374DC-21D1-49F4-A19B-784D0EC3B58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3DBE28B-9AA5-442E-8CB8-073E55F24724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504000" y="90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API Fuzz Testing Framework for Finance &amp; Retail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Technology: Python, Flask, Requests  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Domain: Cybersecurity / Ethical Hacking  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marL="432000"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2: Introduction</a:t>
            </a:r>
            <a:endParaRPr lang="en-IN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APIs are widely used in modern applications 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Improper input handling leads to vulnerabilities 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Fuzz testing helps identify such issues 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This project builds an automated API testing tool </a:t>
            </a: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Problem statement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2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APIs often lack proper input validation  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2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Logic flaws can allow unintended behavior  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2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Manual testing is time-consuming  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2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Need automated solution to detect vulnerabilities  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Develop API fuzzer using Python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Test Finance and Retail APIs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Detect: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Input validation issues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Logic flaws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Injection patterns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Log and analyze results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objectives</a:t>
            </a:r>
            <a:endParaRPr lang="en-IN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System overview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CLI-based security testing tool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Generates payloads automatically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Sends requests to API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Analyzes response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Logs results in CSV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architecture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User → Fuzzer → API → Analyzer → Logger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Fuzzer sends payloads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API processes input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Analyzer detects issues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Logger stores results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modules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Payload Generator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Fuzzer (HTTP Requests)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API Server (Flask)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Analyzer (Detection Logic)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Logger (CSV Storage)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4536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Finance API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5076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Endpoint: /transfer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Method: POST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Inputs: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account_id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amount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Tested Cases: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Negative amount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Large amount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Injection patterns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6422400" y="1337760"/>
            <a:ext cx="2217600" cy="316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Endpoint: /order 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Method: POST 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Inputs: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product_id 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quantity 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Tested Cases: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Negative quantity 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Bulk orders 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IDOR-like access 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Injection patterns 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title"/>
          </p:nvPr>
        </p:nvSpPr>
        <p:spPr>
          <a:xfrm>
            <a:off x="5400000" y="180000"/>
            <a:ext cx="4536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Retail API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Payload Types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Long strings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Special characters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SQL Injection patterns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Script injection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Numeric edge cases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Random payloads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Results and findings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Detected Vulnerabilities: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Logic Flaws (Negative values accepted)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Missing Limit Validation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Injection Attempts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XSS-like Payloads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Unauthorized Access (IDOR)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Input Validation Issues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Sample output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 Results: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Logic Flaw: Negative Amount Accepted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Missing Limit Validation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Injection Attempt Detected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XSS-like Payload Detected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Potential IDOR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Non functional requirements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Performance: Fast payload execution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Security: Safe testing environment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Usability: Simple CLI interface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Reliability: Error handling implemented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Scalability: Modular design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conclusion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Successfully developed API fuzz testing tool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Detected multiple vulnerabilities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Demonstrated real-world security testing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Useful for developers and security analysts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Future scope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Add authentication testing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Support multiple APIs simultaneously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Integrate with CI/CD pipelines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Add GUI dashboard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Use AI-based payload generation 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LibreOffice/25.8.5.2$Windows_X86_64 LibreOffice_project/9c8b85f387cc00a89945a79c9e6239f32e450ac2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2026-04-27T21:36:30Z</dcterms:created>
  <dc:creator/>
  <dc:description/>
  <dc:language>en-IN</dc:language>
  <cp:lastModifiedBy/>
  <dcterms:modified xsi:type="dcterms:W3CDTF">2026-04-28T13:31:34Z</dcterms:modified>
  <cp:revision>2</cp:revision>
  <dc:subject/>
  <dc:title/>
</cp:coreProperties>
</file>